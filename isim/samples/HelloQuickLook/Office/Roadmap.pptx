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solidFill>
            <a:srgbClr val="1E6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4000"/>
              <a:t>Wave 4: the 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